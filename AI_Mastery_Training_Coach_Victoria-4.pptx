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COACHING CONSULTS LTD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MASTERY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PROGRAMME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Beginner to AI-Powered Brand Builder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4114800" cy="36576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Coach Victoria Ovayoza Adano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Branding Queen  |  TEDx Speaker  |  AI Trainer &amp; Educator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TRAINER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926080" cy="3474720"/>
          </a:xfrm>
          <a:prstGeom prst="rect">
            <a:avLst/>
          </a:prstGeom>
          <a:solidFill>
            <a:srgbClr val="8B3A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2194560" cy="36576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606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BRANDING QUEEN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C8972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TEDx Speaker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3364992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C8972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3649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Educator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712464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C897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12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Coach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4059936"/>
            <a:ext cx="2651760" cy="274320"/>
          </a:xfrm>
          <a:prstGeom prst="roundRect">
            <a:avLst>
              <a:gd name="adj" fmla="val 16667"/>
            </a:avLst>
          </a:prstGeom>
          <a:solidFill>
            <a:srgbClr val="C8972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599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Expert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051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Victoria Ovayoza Adano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66160" y="1627632"/>
            <a:ext cx="201168" cy="201168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8" name="Text 16"/>
          <p:cNvSpPr/>
          <p:nvPr/>
        </p:nvSpPr>
        <p:spPr>
          <a:xfrm>
            <a:off x="3858768" y="15819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Leadway Coaching Consults Ltd &amp; SmartAI Digital Skills Academy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2130552"/>
            <a:ext cx="201168" cy="201168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858768" y="20848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TEDx Speaker and sought-after voice on personal branding in Nigeria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2633472"/>
            <a:ext cx="201168" cy="201168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858768" y="2587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hundreds of entrepreneurs to build profitable brands online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3136392"/>
            <a:ext cx="201168" cy="201168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24" name="Text 22"/>
          <p:cNvSpPr/>
          <p:nvPr/>
        </p:nvSpPr>
        <p:spPr>
          <a:xfrm>
            <a:off x="3858768" y="30906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7-figure earner who leveraged AI to scale her business and income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639312"/>
            <a:ext cx="201168" cy="201168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26" name="Text 24"/>
          <p:cNvSpPr/>
          <p:nvPr/>
        </p:nvSpPr>
        <p:spPr>
          <a:xfrm>
            <a:off x="3858768" y="359359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helping women earn confidently from their knowledge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MADE ME 7 FIGURES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Real Story. No Hype. Just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5029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STRUGGLE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"01"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" y="269748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AI, I was doing everything manually. Creating content took forever. Writing ebooks took weeks. I was trading time for money and burning out fast.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508760"/>
            <a:ext cx="26517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508760"/>
            <a:ext cx="2651760" cy="5029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"02"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discovered AI tools and everything changed. I started creating digital products in hours, not weeks. My content output tripled. My income followed.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1508760"/>
            <a:ext cx="26517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508760"/>
            <a:ext cx="2651760" cy="5029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7" name="Text 15"/>
          <p:cNvSpPr/>
          <p:nvPr/>
        </p:nvSpPr>
        <p:spPr>
          <a:xfrm>
            <a:off x="6025896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25896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"03"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90488" y="2697480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became my business partner. From courses to ebooks to landing pages, I built a 7-figure income stream while working smarter and serving more people.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 not just learn AI. I monetized it. And now I am going to show you how."  — Coach Victoria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AI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ect">
            <a:avLst/>
          </a:prstGeom>
          <a:solidFill>
            <a:srgbClr val="8B3A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technology that allows computers to think, learn, and perform tasks the way humans do — except faster and at massive scale.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TOOLS FOR YOUR BRAND: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5146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Writing, research, content ideas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449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30449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Deep thinking, ebooks, strategy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35753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Design, graphics, presentations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105656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05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41056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voice generation for content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514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5146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AI-powered slide decks instantly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044952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449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30449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Planning, notes, and automation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75304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575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ManyChat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575304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chatbots for lead generation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4105656"/>
            <a:ext cx="54864" cy="347472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4105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410565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Business automation workflows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CLAUDE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Most Powerful AI Business Partner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3931920" cy="13716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an AI assistant created by Anthropic. It is one of the most advanced AI tools available today — designed for deep thinking, long-form writing, strategy, and complex tasks that other AIs struggle with.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81328"/>
            <a:ext cx="4206240" cy="13716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CLAUDE FOR YOUR BRAND?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8928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understands context deeply, writes in your voice, creates professional content, builds strategies, and thinks step-by-step just like a real business consultant — at a fraction of the cost.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ABOUT CLAUDE: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07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Anthropic, one of the world's leading AI safety companies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5818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be helpful, harmless, and honest in every response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151376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05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ebooks, strategies, funnels, landing pages, and more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498848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531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claude.ai — free to get started right away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YOU CAN DO WITH CLAUDE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338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Write Ebooks &amp; Digital Products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full ebooks, guides, workbooks, and courses in hours — not weeks.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1097280"/>
            <a:ext cx="2651760" cy="4572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0" name="Text 8"/>
          <p:cNvSpPr/>
          <p:nvPr/>
        </p:nvSpPr>
        <p:spPr>
          <a:xfrm>
            <a:off x="3282696" y="11338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Build Presentation Slides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82696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powerful slide content and talking points for any training or pitch.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1097280"/>
            <a:ext cx="2651760" cy="4572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4" name="Text 12"/>
          <p:cNvSpPr/>
          <p:nvPr/>
        </p:nvSpPr>
        <p:spPr>
          <a:xfrm>
            <a:off x="6135624" y="11338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Create Landing Pages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5624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compelling copy for landing pages that convert visitors into buyers.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73936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73936" y="2880360"/>
            <a:ext cx="2651760" cy="4572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8" name="Text 16"/>
          <p:cNvSpPr/>
          <p:nvPr/>
        </p:nvSpPr>
        <p:spPr>
          <a:xfrm>
            <a:off x="1883664" y="2916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Vibe Code Websites &amp; Tools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83664" y="34107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simple websites, forms, and automations even without technical skills.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880360"/>
            <a:ext cx="2651760" cy="4572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29169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Write Content &amp; Sales Copy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341071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captions, emails, sales posts, and marketing scripts daily with ease.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PRESENTATION SLIDES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spending hours on slides. Let AI do the heavy lifting.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659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965960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Claude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your topic, audience, and the key points you want to cover.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659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1965960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5087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Content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633472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slide titles, talking points, and full content for each slide.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19659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508760"/>
            <a:ext cx="1965960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5087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Canva or Gamma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33472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content into your design tool and let AI also handle the visuals.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1965960" cy="301752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65960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5087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with Confidence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33472"/>
            <a:ext cx="1783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professional deck is ready. Use it for trainings, pitches, or online courses.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Prompt: "Create 8 slides about [your topic] for a business training. Include key points and a call to action."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EBOOK CREATION WITH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knowledge into a sellable digital product — in 24 hours or less.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YOUR EBOOK WITH CLAUDE: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883664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83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1892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topic: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something you know and your audience needs.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23408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with Claude: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34086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10-chapter outline for an ebook on [topic]."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chapter by chapter: 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chapter 1 in a warm, conversational tone."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27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" y="32369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refine: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323697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helps you polish, simplify, and strengthen your writing.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675888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" y="3685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Canva: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48840" y="36850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Canva's ebook templates to make it visually stunning.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23944"/>
            <a:ext cx="292608" cy="292608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123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" y="4133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publish: 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41330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your store and start selling immediately.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1371600"/>
            <a:ext cx="3474720" cy="3200400"/>
          </a:xfrm>
          <a:prstGeom prst="rect">
            <a:avLst/>
          </a:prstGeom>
          <a:solidFill>
            <a:srgbClr val="8B3A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EBOOKS?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1920240"/>
            <a:ext cx="2926080" cy="36576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5440680" y="208483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2029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once, sell forever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15000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income while you sleep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40680" y="263347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0" y="2578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to produce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715000" y="2834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profit margin on every sale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40680" y="318211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40" name="Text 38"/>
          <p:cNvSpPr/>
          <p:nvPr/>
        </p:nvSpPr>
        <p:spPr>
          <a:xfrm>
            <a:off x="5715000" y="3127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your authority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15000" y="3383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you as the expert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40680" y="373075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3675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deliver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715000" y="3931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WhatsApp or email instantly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know how to code. You just need to know what you want.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VIBE CODING? It is the practice of describing what you want to build in plain English, and letting AI write the code for you. No tech skills required — just your idea and the right prompt.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1965960" cy="224028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1965960" cy="41148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816352"/>
            <a:ext cx="176479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me a landing page for my ebook with a payment button and testimonials section."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2331720"/>
            <a:ext cx="1965960" cy="224028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2331720"/>
            <a:ext cx="1965960" cy="41148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2816352"/>
            <a:ext cx="176479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an auto-reply bot that sends my course link to anyone who messages 'send info'."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2331720"/>
            <a:ext cx="1965960" cy="224028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331720"/>
            <a:ext cx="1965960" cy="41148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Forms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2816352"/>
            <a:ext cx="176479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Google Form that collects name, email, and OPay payment proof automatically."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2331720"/>
            <a:ext cx="1965960" cy="224028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2331720"/>
            <a:ext cx="1965960" cy="41148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Websites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76288" y="2816352"/>
            <a:ext cx="1764792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one-page website for my coaching business with my packages and contact details."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&amp; WEBSITES WITH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146304" cy="146304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733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landing page is one focused page designed to convert visitors into buyers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146304" cy="146304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76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headline, subheadline, benefits, testimonials, and CTA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24912"/>
            <a:ext cx="146304" cy="146304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79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GitHub Pages or Netlify to host your page completely free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146304" cy="146304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821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course, ebook, and coaching service needs its own landing page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30752"/>
            <a:ext cx="146304" cy="146304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85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landing page works for you 24 hours a day, 7 days a week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1719072"/>
            <a:ext cx="146304" cy="146304"/>
          </a:xfrm>
          <a:prstGeom prst="ellipse">
            <a:avLst/>
          </a:prstGeom>
          <a:solidFill>
            <a:srgbClr val="8B3A2F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16733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is your online home — it shows who you are and what you offer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221992"/>
            <a:ext cx="146304" cy="146304"/>
          </a:xfrm>
          <a:prstGeom prst="ellipse">
            <a:avLst/>
          </a:prstGeom>
          <a:solidFill>
            <a:srgbClr val="8B3A2F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1762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all your website copy: homepage, about, services, contact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724912"/>
            <a:ext cx="146304" cy="146304"/>
          </a:xfrm>
          <a:prstGeom prst="ellipse">
            <a:avLst/>
          </a:prstGeom>
          <a:solidFill>
            <a:srgbClr val="8B3A2F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6791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tools like GitHub Pages or Carrd to build and host for free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227832"/>
            <a:ext cx="146304" cy="146304"/>
          </a:xfrm>
          <a:prstGeom prst="ellipse">
            <a:avLst/>
          </a:prstGeom>
          <a:solidFill>
            <a:srgbClr val="8B3A2F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318211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Claude for writing and Canva or Wix for the visual design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83480" y="3730752"/>
            <a:ext cx="146304" cy="146304"/>
          </a:xfrm>
          <a:prstGeom prst="ellipse">
            <a:avLst/>
          </a:prstGeom>
          <a:solidFill>
            <a:srgbClr val="8B3A2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36850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website builds trust and attracts premium clients to you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MONETIZATION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Proven Ways to Earn Money Using AI Right Now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5636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AI-Generated Ebooks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837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sell ebooks on any niche using Claude in hours.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04288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3042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AI Content Services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clients to write their captions, emails, and posts using AI.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099816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99816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0998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AI-Powered Courses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sell courses teaching AI tools to beginners.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95344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89534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Landing Page Service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4224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landing pages for small businesses using AI and charge a fee.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508760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508760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15087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5636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AI Prompt Packs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49240" y="1837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and sell collections of high-converting AI prompts.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304288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304288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3042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2359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 Sessions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26334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individuals and teams how to use AI for their business.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099816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99816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0998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Lead Generation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4924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chatbots to capture leads for clients and earn monthly.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895344"/>
            <a:ext cx="4206240" cy="685800"/>
          </a:xfrm>
          <a:prstGeom prst="rect">
            <a:avLst/>
          </a:prstGeom>
          <a:solidFill>
            <a:srgbClr val="3D1F1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895344"/>
            <a:ext cx="457200" cy="6858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389534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3950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Social Media Management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49240" y="42245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brands' social content using AI tools for a retainer fee.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OWNERS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time, cut costs, and scale faster with AI in your business.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651760" cy="5029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21214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848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that answer questions 24/7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" y="28072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 messages to leads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" y="34930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564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bots that handle enquiries instantly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63040"/>
            <a:ext cx="2651760" cy="5029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1214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20848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your ads, captions, and promotions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8072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0" name="Text 18"/>
          <p:cNvSpPr/>
          <p:nvPr/>
        </p:nvSpPr>
        <p:spPr>
          <a:xfrm>
            <a:off x="3493008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month of content in one afternoon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34930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34564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email sequences done automatically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25896" y="1463040"/>
            <a:ext cx="265176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1463040"/>
            <a:ext cx="2651760" cy="502920"/>
          </a:xfrm>
          <a:prstGeom prst="rect">
            <a:avLst/>
          </a:prstGeom>
          <a:solidFill>
            <a:srgbClr val="4A1F18"/>
          </a:solidFill>
          <a:ln/>
        </p:spPr>
      </p:sp>
      <p:sp>
        <p:nvSpPr>
          <p:cNvPr id="25" name="Text 23"/>
          <p:cNvSpPr/>
          <p:nvPr/>
        </p:nvSpPr>
        <p:spPr>
          <a:xfrm>
            <a:off x="6025896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21214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7" name="Text 25"/>
          <p:cNvSpPr/>
          <p:nvPr/>
        </p:nvSpPr>
        <p:spPr>
          <a:xfrm>
            <a:off x="6345936" y="20848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payment confirmations and receipts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0488" y="28072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scheduling and task management tools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0488" y="3493008"/>
            <a:ext cx="54864" cy="4572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4564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Make.com to connect all your business tools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CONTENT &amp; SALES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content that attracts. Write copy that converts.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73152" cy="315468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WITH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Captions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engaging captions for any platform in seconds.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Scripts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87168" y="2423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scripts for Instagram, Facebook, and TikTok stories instantly.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87168" y="2944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blog articles in your voice, ready to publish or repurpose.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Newsletters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7168" y="34655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newsletters that keep your audience engaged and warm.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986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Video Scripts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39867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Attention-grabbing scripts that drive views and new followers.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444752"/>
            <a:ext cx="73152" cy="315468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COPY WITH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190195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Posts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12280" y="190195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posts that make people want to buy right now.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423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Templates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12280" y="2423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follow-up messages for leads on WhatsApp.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9443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Descriptions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29443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powerful descriptions for all your products and services.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346557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Requests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to ask clients for reviews that build your credibility.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98678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Sequences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12280" y="39867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launch messaging from pre-launch buzz to cart close.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DIGITAL SKILLS CREATION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what you know. Sell it online. Let AI speed up the entire process.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00584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562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to build full course curriculums, module outlines, lesson content, and student workbooks for any skill you teach.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572768"/>
            <a:ext cx="3840480" cy="777240"/>
          </a:xfrm>
          <a:prstGeom prst="rect">
            <a:avLst/>
          </a:prstGeom>
          <a:solidFill>
            <a:srgbClr val="F5E6C8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910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92040" y="181051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6-week online course outline on [your topic] with lesson titles and key learning outcomes."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78608"/>
            <a:ext cx="54864" cy="100584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TOOLKITS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your tools, checklists, and frameworks into ready-made templates that save your clients time and money.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688336"/>
            <a:ext cx="3840480" cy="777240"/>
          </a:xfrm>
          <a:prstGeom prst="rect">
            <a:avLst/>
          </a:prstGeom>
          <a:solidFill>
            <a:srgbClr val="F5E6C8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7066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10-item checklist for [your topic] that someone can use immediately to get results."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94176"/>
            <a:ext cx="54864" cy="1005840"/>
          </a:xfrm>
          <a:prstGeom prst="rect">
            <a:avLst/>
          </a:prstGeom>
          <a:solidFill>
            <a:srgbClr val="4A1F1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67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PACKAGES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873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helps you design structured training packages with clear outcomes that you can sell to individuals or organisations.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803904"/>
            <a:ext cx="3840480" cy="777240"/>
          </a:xfrm>
          <a:prstGeom prst="rect">
            <a:avLst/>
          </a:prstGeom>
          <a:solidFill>
            <a:srgbClr val="F5E6C8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8221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404164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 a 3-day bootcamp for [topic] with daily topics, activities, and outcomes for each session."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EARN MASSIVELY WITH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Income Formula That Works for Anyone Starting From Zero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572768" cy="475488"/>
          </a:xfrm>
          <a:prstGeom prst="rect">
            <a:avLst/>
          </a:prstGeom>
          <a:solidFill>
            <a:srgbClr val="C897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56232" y="15544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572768" cy="25146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94560"/>
            <a:ext cx="1417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skill you have or will learn. It can be writing, branding, design, coaching, or anything you know.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508760"/>
            <a:ext cx="1572768" cy="475488"/>
          </a:xfrm>
          <a:prstGeom prst="rect">
            <a:avLst/>
          </a:prstGeom>
          <a:solidFill>
            <a:srgbClr val="C897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15544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11680" y="2103120"/>
            <a:ext cx="1572768" cy="25146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1417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package that skill into a digital product: an ebook, course, template, or service offer.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508760"/>
            <a:ext cx="1572768" cy="475488"/>
          </a:xfrm>
          <a:prstGeom prst="rect">
            <a:avLst/>
          </a:prstGeom>
          <a:solidFill>
            <a:srgbClr val="C897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30952" y="15544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49040" y="2103120"/>
            <a:ext cx="1572768" cy="25146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194560"/>
            <a:ext cx="1417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online presence. Show up daily. Let AI generate your content so you never run out of ideas.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508760"/>
            <a:ext cx="1572768" cy="475488"/>
          </a:xfrm>
          <a:prstGeom prst="rect">
            <a:avLst/>
          </a:prstGeom>
          <a:solidFill>
            <a:srgbClr val="C897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68312" y="1554480"/>
            <a:ext cx="164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0" y="2103120"/>
            <a:ext cx="1572768" cy="25146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2194560"/>
            <a:ext cx="1417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write your sales posts, DMs, and landing page. Sell consistently and increase your income monthly.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508760"/>
            <a:ext cx="1572768" cy="475488"/>
          </a:xfrm>
          <a:prstGeom prst="rect">
            <a:avLst/>
          </a:prstGeom>
          <a:solidFill>
            <a:srgbClr val="C8972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50876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23760" y="2103120"/>
            <a:ext cx="1572768" cy="2514600"/>
          </a:xfrm>
          <a:prstGeom prst="rect">
            <a:avLst/>
          </a:prstGeom>
          <a:solidFill>
            <a:srgbClr val="3D1F1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2194560"/>
            <a:ext cx="1417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your delivery and marketing with AI tools. One system runs your business while you serve and grow.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naira you earn with AI starts with a decision to learn how."  — Coach Victoria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POSITION YOUR BRAND ONLINE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without positioning is noise. Positioning turns your presence into power.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15544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 Clear Niche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86537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trying to talk to everyone. The riches are in the niches. Define exactly who you help and how.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6304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46304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155448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Brand Voice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186537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develop a consistent tone. Your audience should recognise you before they see your name.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6032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603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" y="26517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Consistently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962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builds trust. Use AI to plan and create content daily without burning yourself out.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6032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5603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65176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Value First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296265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before you sell. Your free content should be so good that people cannot wait to pay for more.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5760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576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86968" y="37490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Authority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405993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wins, results, and knowledge boldly. People follow those who lead with confidence.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457200" cy="96012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6576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21808" y="374904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Strategically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4059936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sales funnels, lead magnets, and landing pages to turn your audience into a steady income stream.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791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Coach Victoria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F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B3A2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the future. It is already the present.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 is: will you use it or be left behind?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029968"/>
            <a:ext cx="4572000" cy="36576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212848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0" name="Text 8"/>
          <p:cNvSpPr/>
          <p:nvPr/>
        </p:nvSpPr>
        <p:spPr>
          <a:xfrm>
            <a:off x="1938528" y="216712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using Claude AI today at claude.ai — it is free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2642616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938528" y="259689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task and automate it with AI this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072384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938528" y="302666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digital product and put a price on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3502152"/>
            <a:ext cx="164592" cy="164592"/>
          </a:xfrm>
          <a:prstGeom prst="ellipse">
            <a:avLst/>
          </a:prstGeom>
          <a:solidFill>
            <a:srgbClr val="C89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938528" y="345643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online and let your brand speak for you every day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3977640"/>
            <a:ext cx="4572000" cy="36576"/>
          </a:xfrm>
          <a:prstGeom prst="rect">
            <a:avLst/>
          </a:prstGeom>
          <a:solidFill>
            <a:srgbClr val="C8972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LEADWAY COACHING CONSULTS LTD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4988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9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SmartAI Digital Skills Academy  |  By Coach Victoria  |  The Branding Queen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Training - Coach Victoria</dc:title>
  <dc:subject>PptxGenJS Presentation</dc:subject>
  <dc:creator>PptxGenJS</dc:creator>
  <cp:lastModifiedBy>PptxGenJS</cp:lastModifiedBy>
  <cp:revision>1</cp:revision>
  <dcterms:created xsi:type="dcterms:W3CDTF">2026-03-31T22:57:56Z</dcterms:created>
  <dcterms:modified xsi:type="dcterms:W3CDTF">2026-03-31T22:57:56Z</dcterms:modified>
</cp:coreProperties>
</file>